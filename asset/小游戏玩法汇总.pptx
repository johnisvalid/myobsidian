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6" r:id="rId3"/>
    <p:sldId id="260" r:id="rId4"/>
    <p:sldId id="259" r:id="rId5"/>
    <p:sldId id="274" r:id="rId6"/>
    <p:sldId id="261" r:id="rId7"/>
    <p:sldId id="257" r:id="rId8"/>
    <p:sldId id="258" r:id="rId9"/>
    <p:sldId id="262" r:id="rId10"/>
    <p:sldId id="275" r:id="rId11"/>
    <p:sldId id="271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0"/>
    <p:sldId id="27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9C5"/>
    <a:srgbClr val="845A57"/>
    <a:srgbClr val="003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34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306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18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56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81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10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282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44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376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6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476C1-C00C-4B17-A995-A474E1603373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F12CD-ACD4-4EF1-A392-F39C92ED2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76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0100" y="5562600"/>
            <a:ext cx="972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通过对玩家的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脑力 视力 反应力 听力 节奏感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/>
              <a:t>五个方向来进行小游戏的设计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2235200" y="5538460"/>
            <a:ext cx="825500" cy="57150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022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248" y="979975"/>
            <a:ext cx="5951397" cy="347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3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93" y="1705191"/>
            <a:ext cx="11248180" cy="311065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1383104" y="3694637"/>
            <a:ext cx="322153" cy="322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225956" y="3058188"/>
            <a:ext cx="636449" cy="63644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033157" y="3058188"/>
            <a:ext cx="636449" cy="63644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190305" y="3694637"/>
            <a:ext cx="322153" cy="322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63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5" y="1338524"/>
            <a:ext cx="11723809" cy="41809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207" y="4341220"/>
            <a:ext cx="934823" cy="92624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981" y="3339540"/>
            <a:ext cx="951976" cy="9519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452" y="4322194"/>
            <a:ext cx="943399" cy="9433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81" y="2443972"/>
            <a:ext cx="943399" cy="9433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6659" y="3370085"/>
            <a:ext cx="951976" cy="9433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6659" y="2396141"/>
            <a:ext cx="943399" cy="9433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881" y="4322194"/>
            <a:ext cx="943400" cy="93482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8790" y="2398950"/>
            <a:ext cx="943399" cy="9433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729" y="3378795"/>
            <a:ext cx="943399" cy="943399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655544" y="0"/>
            <a:ext cx="1001486" cy="1349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58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662" y="4288966"/>
            <a:ext cx="934823" cy="92624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981" y="3330831"/>
            <a:ext cx="951976" cy="9519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743" y="4287358"/>
            <a:ext cx="943399" cy="94339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26" y="2400427"/>
            <a:ext cx="943399" cy="9433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0532" y="3335249"/>
            <a:ext cx="951976" cy="9433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6659" y="2396141"/>
            <a:ext cx="943399" cy="9433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717" y="4287358"/>
            <a:ext cx="943400" cy="9348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8790" y="2398950"/>
            <a:ext cx="943399" cy="9433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274" y="3343959"/>
            <a:ext cx="943399" cy="9433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494" y="3386822"/>
            <a:ext cx="934823" cy="92624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10" y="2403106"/>
            <a:ext cx="951976" cy="95197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185" y="2420350"/>
            <a:ext cx="943399" cy="9433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494" y="2420350"/>
            <a:ext cx="943399" cy="9433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210" y="3337929"/>
            <a:ext cx="951976" cy="94339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9186" y="3337928"/>
            <a:ext cx="943399" cy="94339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9703" y="4255506"/>
            <a:ext cx="943400" cy="93482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7210" y="4272661"/>
            <a:ext cx="943399" cy="94339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5079" y="4255506"/>
            <a:ext cx="943399" cy="943399"/>
          </a:xfrm>
          <a:prstGeom prst="rect">
            <a:avLst/>
          </a:prstGeom>
        </p:spPr>
      </p:pic>
      <p:sp>
        <p:nvSpPr>
          <p:cNvPr id="20" name="右箭头 19"/>
          <p:cNvSpPr/>
          <p:nvPr/>
        </p:nvSpPr>
        <p:spPr>
          <a:xfrm>
            <a:off x="3909917" y="3409968"/>
            <a:ext cx="1602377" cy="7937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083845" y="2796924"/>
            <a:ext cx="2332811" cy="20313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	2	3</a:t>
            </a: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	5	6</a:t>
            </a: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	8	9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115225" y="2796924"/>
            <a:ext cx="2332811" cy="20313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	8	6</a:t>
            </a: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	2	5</a:t>
            </a: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ctr">
              <a:buAutoNum type="arabicPlain"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	8	4</a:t>
            </a:r>
          </a:p>
        </p:txBody>
      </p:sp>
    </p:spTree>
    <p:extLst>
      <p:ext uri="{BB962C8B-B14F-4D97-AF65-F5344CB8AC3E}">
        <p14:creationId xmlns:p14="http://schemas.microsoft.com/office/powerpoint/2010/main" val="100700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09" y="1648047"/>
            <a:ext cx="11552381" cy="3561905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1087013" y="3938477"/>
            <a:ext cx="322153" cy="322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929865" y="3302028"/>
            <a:ext cx="636449" cy="63644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998323" y="3302028"/>
            <a:ext cx="636449" cy="63644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155471" y="3938477"/>
            <a:ext cx="322153" cy="322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2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516" y="1112877"/>
            <a:ext cx="8857143" cy="3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4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357571"/>
            <a:ext cx="10885714" cy="41428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58" y="2400429"/>
            <a:ext cx="934823" cy="9262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860" y="3339540"/>
            <a:ext cx="951976" cy="9519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305" y="3339540"/>
            <a:ext cx="943399" cy="9433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82" y="3370086"/>
            <a:ext cx="943399" cy="9433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9836" y="3370085"/>
            <a:ext cx="951976" cy="9433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9836" y="2396141"/>
            <a:ext cx="943399" cy="9433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58" y="4322194"/>
            <a:ext cx="943400" cy="93482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299" y="4332459"/>
            <a:ext cx="943399" cy="94339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4618" y="4319103"/>
            <a:ext cx="943399" cy="9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7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38" y="1071857"/>
            <a:ext cx="11729262" cy="445586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62697" y="1166949"/>
            <a:ext cx="1001486" cy="1349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6320" y="496388"/>
            <a:ext cx="389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指针反应</a:t>
            </a:r>
            <a:endParaRPr lang="en-US" altLang="zh-CN" sz="3200" b="1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" y="1262744"/>
            <a:ext cx="6059638" cy="4871218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217919" y="1785257"/>
            <a:ext cx="558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函数</a:t>
            </a:r>
            <a:r>
              <a:rPr lang="en-US" altLang="zh-CN" dirty="0"/>
              <a:t>1+</a:t>
            </a:r>
            <a:r>
              <a:rPr lang="zh-CN" altLang="en-US" dirty="0"/>
              <a:t>函数</a:t>
            </a:r>
            <a:r>
              <a:rPr lang="en-US" altLang="zh-CN" dirty="0"/>
              <a:t>2=</a:t>
            </a:r>
            <a:r>
              <a:rPr lang="zh-CN" altLang="en-US" dirty="0"/>
              <a:t>函数</a:t>
            </a:r>
            <a:r>
              <a:rPr lang="en-US" altLang="zh-CN" dirty="0"/>
              <a:t>3</a:t>
            </a:r>
          </a:p>
          <a:p>
            <a:r>
              <a:rPr lang="zh-CN" altLang="en-US" dirty="0"/>
              <a:t>判断函数</a:t>
            </a:r>
            <a:r>
              <a:rPr lang="en-US" altLang="zh-CN" dirty="0"/>
              <a:t>3</a:t>
            </a:r>
            <a:r>
              <a:rPr lang="zh-CN" altLang="en-US" dirty="0"/>
              <a:t>是否等于特定的函数（容许</a:t>
            </a:r>
            <a:r>
              <a:rPr lang="en-US" altLang="zh-CN" dirty="0">
                <a:solidFill>
                  <a:srgbClr val="FF0000"/>
                </a:solidFill>
              </a:rPr>
              <a:t>±X</a:t>
            </a:r>
            <a:r>
              <a:rPr lang="zh-CN" altLang="en-US" dirty="0"/>
              <a:t>的偏差）</a:t>
            </a:r>
          </a:p>
        </p:txBody>
      </p:sp>
    </p:spTree>
    <p:extLst>
      <p:ext uri="{BB962C8B-B14F-4D97-AF65-F5344CB8AC3E}">
        <p14:creationId xmlns:p14="http://schemas.microsoft.com/office/powerpoint/2010/main" val="91670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9727120" y="164596"/>
            <a:ext cx="2241722" cy="1447437"/>
            <a:chOff x="3143794" y="1105989"/>
            <a:chExt cx="5947955" cy="3840480"/>
          </a:xfrm>
        </p:grpSpPr>
        <p:sp>
          <p:nvSpPr>
            <p:cNvPr id="3" name="图文框 2"/>
            <p:cNvSpPr/>
            <p:nvPr/>
          </p:nvSpPr>
          <p:spPr>
            <a:xfrm>
              <a:off x="3143794" y="1105989"/>
              <a:ext cx="5947955" cy="3840480"/>
            </a:xfrm>
            <a:prstGeom prst="frame">
              <a:avLst>
                <a:gd name="adj1" fmla="val 444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317966" y="1288868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17966" y="1985554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014652" y="1985554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711338" y="1985554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416733" y="1985554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122128" y="1985554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515500" y="1985554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8212186" y="1985554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8212186" y="1288868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8212186" y="2682240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212186" y="3378926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7515500" y="3378926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818814" y="3378926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122128" y="3378926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5416733" y="3378926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4711338" y="3378926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09257" y="3378926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6076407" y="4075612"/>
              <a:ext cx="696686" cy="6966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6790511" y="4075612"/>
              <a:ext cx="696686" cy="6966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7495906" y="4075612"/>
              <a:ext cx="696686" cy="6966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4032070" y="1288868"/>
              <a:ext cx="696686" cy="69668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8212186" y="4084321"/>
              <a:ext cx="696686" cy="696686"/>
              <a:chOff x="5190311" y="4075612"/>
              <a:chExt cx="696686" cy="696686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5190311" y="4075612"/>
                <a:ext cx="696686" cy="696686"/>
              </a:xfrm>
              <a:prstGeom prst="rect">
                <a:avLst/>
              </a:prstGeom>
              <a:solidFill>
                <a:srgbClr val="003E1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下箭头 32"/>
              <p:cNvSpPr/>
              <p:nvPr/>
            </p:nvSpPr>
            <p:spPr>
              <a:xfrm>
                <a:off x="5264334" y="4169023"/>
                <a:ext cx="566057" cy="509863"/>
              </a:xfrm>
              <a:prstGeom prst="down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8212186" y="4075612"/>
              <a:ext cx="696686" cy="6966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7515500" y="1284877"/>
              <a:ext cx="696686" cy="6966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1088571" y="372293"/>
            <a:ext cx="2055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重力玩法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844731" y="1288868"/>
            <a:ext cx="414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该小游戏，玩家需要通过对对手机进行旋转，来移动指定方块到达指定位置；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844730" y="2379271"/>
            <a:ext cx="48332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该小游戏内有三种方块类型：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蓝色：不可移动，作为固定的墙壁；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绿色：可以移动，游戏内需要操作手机将绿色方块移至相应区域上；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黄色：可以移动，作为一种可以移动的障碍，移至相应区域上无反应；</a:t>
            </a:r>
            <a:endParaRPr lang="en-US" altLang="zh-CN" dirty="0"/>
          </a:p>
        </p:txBody>
      </p:sp>
      <p:grpSp>
        <p:nvGrpSpPr>
          <p:cNvPr id="15" name="组合 14"/>
          <p:cNvGrpSpPr/>
          <p:nvPr/>
        </p:nvGrpSpPr>
        <p:grpSpPr>
          <a:xfrm rot="16200000">
            <a:off x="8706940" y="3033203"/>
            <a:ext cx="2959367" cy="3308784"/>
            <a:chOff x="8054070" y="3079316"/>
            <a:chExt cx="2959367" cy="3308784"/>
          </a:xfrm>
        </p:grpSpPr>
        <p:sp>
          <p:nvSpPr>
            <p:cNvPr id="2" name="矩形 1"/>
            <p:cNvSpPr/>
            <p:nvPr/>
          </p:nvSpPr>
          <p:spPr>
            <a:xfrm>
              <a:off x="8432800" y="52832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/>
            <p:cNvSpPr/>
            <p:nvPr/>
          </p:nvSpPr>
          <p:spPr>
            <a:xfrm>
              <a:off x="8432800" y="38100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8432800" y="41783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8432800" y="45466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8432800" y="49149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8801100" y="38100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9174670" y="38100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9542970" y="38100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10266870" y="3822702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10277748" y="34417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10265048" y="45466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9174670" y="45466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9542970" y="45466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9896748" y="49149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9896748" y="52832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9525546" y="52832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9154344" y="5283200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8432800" y="3079316"/>
              <a:ext cx="2213248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8432800" y="6019800"/>
              <a:ext cx="2213248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10645137" y="3079316"/>
              <a:ext cx="368300" cy="33087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8054070" y="3079316"/>
              <a:ext cx="368300" cy="33087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8432800" y="3441700"/>
              <a:ext cx="368300" cy="3683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10273935" y="5651500"/>
              <a:ext cx="368300" cy="3683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8416287" y="5651500"/>
              <a:ext cx="368300" cy="3683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8796376" y="5651500"/>
              <a:ext cx="368300" cy="3683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9154155" y="5651500"/>
              <a:ext cx="368300" cy="3683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8796376" y="5283200"/>
              <a:ext cx="368300" cy="3683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8796376" y="4914900"/>
              <a:ext cx="368300" cy="3683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10275926" y="4920816"/>
              <a:ext cx="368300" cy="3683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8101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92830"/>
            <a:ext cx="12192000" cy="3677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62697" y="1166949"/>
            <a:ext cx="1001486" cy="1349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545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66" y="1619476"/>
            <a:ext cx="11266667" cy="361904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93900" y="5207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打地鼠</a:t>
            </a:r>
          </a:p>
        </p:txBody>
      </p:sp>
      <p:sp>
        <p:nvSpPr>
          <p:cNvPr id="4" name="矩形 3"/>
          <p:cNvSpPr/>
          <p:nvPr/>
        </p:nvSpPr>
        <p:spPr>
          <a:xfrm>
            <a:off x="4162697" y="1166949"/>
            <a:ext cx="1001486" cy="1349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214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81" y="895666"/>
            <a:ext cx="11895238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3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191" y="605190"/>
            <a:ext cx="12352381" cy="5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9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95" y="1762333"/>
            <a:ext cx="10523809" cy="33333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32300" y="711200"/>
            <a:ext cx="401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一个物体符合一个</a:t>
            </a:r>
            <a:r>
              <a:rPr lang="en-US" altLang="zh-CN" dirty="0"/>
              <a:t>XYZ</a:t>
            </a:r>
            <a:r>
              <a:rPr lang="zh-CN" altLang="en-US" dirty="0"/>
              <a:t>（容错值</a:t>
            </a:r>
            <a:r>
              <a:rPr lang="en-US" altLang="zh-CN" dirty="0"/>
              <a:t>=a</a:t>
            </a:r>
            <a:r>
              <a:rPr lang="zh-CN" altLang="en-US" dirty="0"/>
              <a:t>）坐标的旋转值后解锁成功；</a:t>
            </a:r>
          </a:p>
        </p:txBody>
      </p:sp>
    </p:spTree>
    <p:extLst>
      <p:ext uri="{BB962C8B-B14F-4D97-AF65-F5344CB8AC3E}">
        <p14:creationId xmlns:p14="http://schemas.microsoft.com/office/powerpoint/2010/main" val="1836729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r="37419"/>
          <a:stretch/>
        </p:blipFill>
        <p:spPr>
          <a:xfrm>
            <a:off x="2124391" y="1214681"/>
            <a:ext cx="3158810" cy="3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72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285" y="738524"/>
            <a:ext cx="4371429" cy="5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20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24843" y="782425"/>
            <a:ext cx="2667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开锁玩法</a:t>
            </a:r>
          </a:p>
        </p:txBody>
      </p:sp>
      <p:sp>
        <p:nvSpPr>
          <p:cNvPr id="8" name="椭圆 7"/>
          <p:cNvSpPr/>
          <p:nvPr/>
        </p:nvSpPr>
        <p:spPr>
          <a:xfrm>
            <a:off x="3278551" y="2960016"/>
            <a:ext cx="1885361" cy="1885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573138" y="3254603"/>
            <a:ext cx="1296186" cy="1296186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164670" y="3592455"/>
            <a:ext cx="113121" cy="6204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6300000">
            <a:off x="3157387" y="2728226"/>
            <a:ext cx="131975" cy="191364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斜纹 11"/>
          <p:cNvSpPr/>
          <p:nvPr/>
        </p:nvSpPr>
        <p:spPr>
          <a:xfrm>
            <a:off x="4221230" y="2245266"/>
            <a:ext cx="1874247" cy="1874247"/>
          </a:xfrm>
          <a:prstGeom prst="diagStripe">
            <a:avLst>
              <a:gd name="adj" fmla="val 907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003356" y="2960016"/>
            <a:ext cx="1885361" cy="1885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8297943" y="3254603"/>
            <a:ext cx="1296186" cy="1296186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889475" y="3592455"/>
            <a:ext cx="113121" cy="6204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8100000">
            <a:off x="8165300" y="2278260"/>
            <a:ext cx="131975" cy="191364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斜纹 23"/>
          <p:cNvSpPr/>
          <p:nvPr/>
        </p:nvSpPr>
        <p:spPr>
          <a:xfrm>
            <a:off x="8946035" y="2245266"/>
            <a:ext cx="1874247" cy="1874247"/>
          </a:xfrm>
          <a:prstGeom prst="diagStripe">
            <a:avLst>
              <a:gd name="adj" fmla="val 907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078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948"/>
            <a:ext cx="12192000" cy="550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3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4410</TotalTime>
  <Words>190</Words>
  <Application>Microsoft Office PowerPoint</Application>
  <PresentationFormat>宽屏</PresentationFormat>
  <Paragraphs>29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尹 文晨</cp:lastModifiedBy>
  <cp:revision>43</cp:revision>
  <dcterms:created xsi:type="dcterms:W3CDTF">2020-06-13T18:13:08Z</dcterms:created>
  <dcterms:modified xsi:type="dcterms:W3CDTF">2022-06-29T04:56:23Z</dcterms:modified>
</cp:coreProperties>
</file>
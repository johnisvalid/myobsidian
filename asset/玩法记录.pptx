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74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374DC-481C-489C-B366-30697BF15EC4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49497-8030-4BEF-B111-DE2A3785F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96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49497-8030-4BEF-B111-DE2A3785F6C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867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445B435-4797-45D3-8026-03D6FB531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251A1439-9D86-832E-EA12-A5DFF0609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F43A7DC4-E018-68C2-2B1F-F6E366E67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E569-8157-486B-8143-41BD391687A7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CA1CE2CC-B7E2-F272-0470-4062E851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9F523A5B-E6E7-239C-82FD-2BE723E8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24AFD-01CF-4EF6-AB18-47C753681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18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29188D6-E5EA-819E-28B9-BFDC914B9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AAA0C991-B32B-8096-2B01-E5CE3B239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7D79F33A-5677-A527-2F67-748641E09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E569-8157-486B-8143-41BD391687A7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0B74B619-B547-A666-5C8F-611B0D15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1AFCD4B-B41E-4BCB-5FFD-46926C9E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24AFD-01CF-4EF6-AB18-47C753681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136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A90AC97-C6AE-2D34-3182-06C330DE1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0AF653F6-CCCD-65CA-6663-E4AC26A9A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4DA9B932-8437-AF71-2CB3-15AACD44A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E569-8157-486B-8143-41BD391687A7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B51FC415-0FBE-FC59-6F42-C5D1078B0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425C9829-3EDF-DA61-FCCA-F45969D4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24AFD-01CF-4EF6-AB18-47C753681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556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4BC33EF-F980-D560-5CF1-D5787C7BF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96BC6B3-5D31-CBA4-9038-66D6A7335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EF1C6634-3507-CBD6-841D-ED8013BB7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AF8B5703-7B92-2C68-6CDA-AAF3D5C6E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E569-8157-486B-8143-41BD391687A7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F8AE5956-0B8D-E602-9BE7-CCF6F55E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3ACE398E-A792-6A2D-0D5C-73A8CA5C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24AFD-01CF-4EF6-AB18-47C753681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313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E3D217B-B96D-A957-68B1-16851B2B6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F9CEBAF4-2D3F-8694-59CA-A3A422E31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49DDEE2A-2B0C-0A18-B2DA-11B1A907A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466871C0-413A-1796-C878-CAEE27EA3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F460EAEC-3A09-8011-8F42-4F85C73A3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C430A22A-AB7D-37CA-E7AC-23ED832E1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E569-8157-486B-8143-41BD391687A7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4853C613-4FF3-A9FB-C9AC-3F8D0B99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EECC31C6-F6BD-7DDE-EA9A-B5FEE9C0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24AFD-01CF-4EF6-AB18-47C753681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28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48B1CCF-DA55-BB11-561B-310CF31F0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A8DA2940-C511-E915-5788-E9F842A7B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E569-8157-486B-8143-41BD391687A7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02E5DC9A-A718-E7E3-4B65-C8D83A1F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0D42F02D-B29C-F0EB-542A-CC2CB765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24AFD-01CF-4EF6-AB18-47C753681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93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C811B0A1-2896-1295-A6B7-B77F1D025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E569-8157-486B-8143-41BD391687A7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9DA77D55-9070-51D2-3E53-BC0D0949F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23EA399A-5935-35C1-DC49-814A24DF3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24AFD-01CF-4EF6-AB18-47C753681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83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7EAE0AD-1B59-79D9-F0AC-827B2923B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A0368E2-AA54-9CE0-768A-077024726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0A1652D3-A162-06DE-70E8-9C7B3686B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3B9E694B-58D2-F710-E862-AD32C3916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E569-8157-486B-8143-41BD391687A7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35B7F8FB-864A-651F-4F5C-4FB97934F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F52A93C3-CCA5-696C-88B4-565757E7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24AFD-01CF-4EF6-AB18-47C753681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08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BC0ECD3-E568-DFCB-7A1F-09A529321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48904006-2DD6-39AB-0289-6D4B35249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DD342534-C686-35D6-64C1-378263F11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BBDABBE3-E387-BE93-2595-A8B99A16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E569-8157-486B-8143-41BD391687A7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6C44B68D-0B22-E28F-7994-32BE5C8A3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8D1400CE-7980-1027-B10C-0CC8BD99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24AFD-01CF-4EF6-AB18-47C753681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79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C0611D-EF47-08C8-8B3A-7180A180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C3368319-0745-F488-FF27-B040DF971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A9A6245D-A38F-9DFA-F12A-728388AD1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E569-8157-486B-8143-41BD391687A7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57E7EEEE-32AD-610A-B81A-826A0222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F423F03D-05D7-0305-FF78-05B324AAC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24AFD-01CF-4EF6-AB18-47C753681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676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1EA44BAB-3993-B6C3-51D5-90461AAD52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1F96B2E5-527E-500A-206A-938C34C47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060B5F30-FFF5-EFA4-8052-6D10EEF94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E569-8157-486B-8143-41BD391687A7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23AA8F1F-123F-3A86-0B47-1160312C2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3EAF5743-06FA-901A-0569-050BF425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24AFD-01CF-4EF6-AB18-47C753681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796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3C547935-7411-96F5-A01B-0DB83124E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6A7E4153-06A7-23E2-80A2-55451D3BE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4BBC79E8-23C7-F7EA-B7D0-CBF170A06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9E569-8157-486B-8143-41BD391687A7}" type="datetimeFigureOut">
              <a:rPr lang="zh-CN" altLang="en-US" smtClean="0"/>
              <a:t>2022/7/5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A59F2DF5-7174-2D6E-A713-BC16B12F1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BFBA87E-44B8-31D4-1793-028662817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24AFD-01CF-4EF6-AB18-47C753681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610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D2D89CEC-EB73-FFC1-E196-5B680135C617}"/>
              </a:ext>
            </a:extLst>
          </p:cNvPr>
          <p:cNvSpPr txBox="1"/>
          <p:nvPr/>
        </p:nvSpPr>
        <p:spPr>
          <a:xfrm>
            <a:off x="800380" y="197346"/>
            <a:ext cx="1061028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包装一下赛跑或者极限运动类的挑战任务：有一个红牛敢死队之类的组织；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两个远距离的阻断的攀爬点之间需要跳跃动作通过，跳跃时又前摇动作，在正确的动作时机前后按跳跃可以跳得更远；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用绳索荡秋千的方式荡过危险的满是尖刺的地面</a:t>
            </a:r>
            <a:r>
              <a:rPr lang="zh-CN" altLang="en-US" dirty="0" smtClean="0"/>
              <a:t>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6.</a:t>
            </a:r>
            <a:r>
              <a:rPr lang="zh-CN" altLang="en-US" dirty="0"/>
              <a:t>有些物体很重，玩家无法移动，但装备上对此类物体可以产生反应的手套，就可以移动了（比如这是某种元素制成的巨型石碑，有种特制的手套上含有一种元素可以与这种元素产生反应，相互碰撞会导致其重量发生变化，类似劳拉佩戴过的雷神手套</a:t>
            </a:r>
            <a:r>
              <a:rPr lang="zh-CN" altLang="en-US" dirty="0" smtClean="0"/>
              <a:t>）；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7.</a:t>
            </a:r>
            <a:r>
              <a:rPr lang="zh-CN" altLang="en-US" dirty="0"/>
              <a:t>玩家在拍照的时候可以做出的一些动作需要解锁，解锁的方式可以是对话，可以是与物品交互等等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8.</a:t>
            </a:r>
            <a:r>
              <a:rPr lang="zh-CN" altLang="en-US" dirty="0"/>
              <a:t>站在</a:t>
            </a:r>
            <a:r>
              <a:rPr lang="zh-CN" altLang="en-US" dirty="0" smtClean="0"/>
              <a:t>高处的不同角度，有些地方很明显地能看到一些有故事的地方（遗迹，残骸，自然景观等等）；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en-US" altLang="zh-CN" dirty="0" smtClean="0"/>
          </a:p>
          <a:p>
            <a:r>
              <a:rPr lang="en-US" altLang="zh-CN" dirty="0" smtClean="0"/>
              <a:t>9.</a:t>
            </a:r>
            <a:r>
              <a:rPr lang="zh-CN" altLang="en-US" dirty="0" smtClean="0"/>
              <a:t>一些隐藏地点的入口可以做的隐晦一些</a:t>
            </a:r>
            <a:r>
              <a:rPr lang="en-US" altLang="zh-CN" dirty="0" smtClean="0"/>
              <a:t>(</a:t>
            </a:r>
            <a:r>
              <a:rPr lang="zh-CN" altLang="en-US" dirty="0" smtClean="0"/>
              <a:t>最基本的，光照较弱的地方，但是如果被玩家发现，玩家肯定知道这里能站人</a:t>
            </a:r>
            <a:r>
              <a:rPr lang="en-US" altLang="zh-CN" dirty="0" smtClean="0"/>
              <a:t>)</a:t>
            </a:r>
            <a:r>
              <a:rPr lang="zh-CN" altLang="en-US" dirty="0"/>
              <a:t>；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611275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213</Words>
  <Application>Microsoft Office PowerPoint</Application>
  <PresentationFormat>宽屏</PresentationFormat>
  <Paragraphs>13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Java</dc:creator>
  <cp:lastModifiedBy>Microsoft 帐户</cp:lastModifiedBy>
  <cp:revision>31</cp:revision>
  <dcterms:created xsi:type="dcterms:W3CDTF">2022-05-19T03:34:42Z</dcterms:created>
  <dcterms:modified xsi:type="dcterms:W3CDTF">2022-07-05T08:03:31Z</dcterms:modified>
</cp:coreProperties>
</file>